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0" r:id="rId9"/>
    <p:sldId id="262" r:id="rId10"/>
    <p:sldId id="271" r:id="rId11"/>
    <p:sldId id="276" r:id="rId12"/>
    <p:sldId id="277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7CEF99-FB44-4128-A391-259E4B309637}" v="66" dt="2025-12-16T08:23:28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6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3675" y="1668202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&amp; Implementation of an Automated Data Visualization System for 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6681" y="3398908"/>
            <a:ext cx="8957187" cy="612653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 0613 </a:t>
            </a: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Visualization for Data Analytics</a:t>
            </a:r>
          </a:p>
          <a:p>
            <a:endParaRPr lang="en-US" sz="25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0FFBE-B365-EF29-41CA-7CD294360EC9}"/>
              </a:ext>
            </a:extLst>
          </p:cNvPr>
          <p:cNvSpPr txBox="1"/>
          <p:nvPr/>
        </p:nvSpPr>
        <p:spPr>
          <a:xfrm>
            <a:off x="1297858" y="4177437"/>
            <a:ext cx="5801032" cy="184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VISWANATH SAI SANDEEP (1923242029)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VENKATA GOUTHAM REDDY (192324265)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LAKSHMI PRASAD NAIDU (192324187)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89BE7-BA6B-D9B0-D365-66231D3438B1}"/>
              </a:ext>
            </a:extLst>
          </p:cNvPr>
          <p:cNvSpPr txBox="1"/>
          <p:nvPr/>
        </p:nvSpPr>
        <p:spPr>
          <a:xfrm>
            <a:off x="7783905" y="4177437"/>
            <a:ext cx="5801032" cy="2258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Senthil Vadivu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CSE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School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243" y="1741090"/>
            <a:ext cx="11549513" cy="48422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data through graphs and charts. However, beginners often find it difficult to choose the right type of visualization. This project focuses on creating a simple automated system that generates visualizations to help users understand data easily.</a:t>
            </a:r>
          </a:p>
          <a:p>
            <a:pPr>
              <a:lnSpc>
                <a:spcPct val="150000"/>
              </a:lnSpc>
              <a:buNone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 visualization tools are complex and require technical knowledge. Users must manually select graph types, which can be confusing for students and teachers. There is a need for a simple application that automatically visualizes data.</a:t>
            </a:r>
          </a:p>
          <a:p>
            <a:pPr>
              <a:lnSpc>
                <a:spcPct val="150000"/>
              </a:lnSpc>
              <a:buNone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generate graphs from uploaded datasets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understand data visually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 and beginner-friendly data visualization tool</a:t>
            </a:r>
            <a:endParaRPr lang="en-US" sz="17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6552" y="1535188"/>
            <a:ext cx="9038896" cy="51657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Goals: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automated system for exploratory data analysis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datasets using appropriate graphs automatically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in selecting suitable data visualizations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data analysis easy for beginners, students, and teachers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generation of meaningful graphs from uploaded datasets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understanding of data patterns and trends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switch between different plot types easily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 and interpretation of data through visualization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3637"/>
            <a:ext cx="109728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52" y="1600201"/>
            <a:ext cx="11333203" cy="52577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Existing Research and Research Gap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BDDE42-BE47-5163-D916-170F4B3D0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423220"/>
              </p:ext>
            </p:extLst>
          </p:nvPr>
        </p:nvGraphicFramePr>
        <p:xfrm>
          <a:off x="1061546" y="2212258"/>
          <a:ext cx="10206222" cy="433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074">
                  <a:extLst>
                    <a:ext uri="{9D8B030D-6E8A-4147-A177-3AD203B41FA5}">
                      <a16:colId xmlns:a16="http://schemas.microsoft.com/office/drawing/2014/main" val="140595993"/>
                    </a:ext>
                  </a:extLst>
                </a:gridCol>
                <a:gridCol w="3402074">
                  <a:extLst>
                    <a:ext uri="{9D8B030D-6E8A-4147-A177-3AD203B41FA5}">
                      <a16:colId xmlns:a16="http://schemas.microsoft.com/office/drawing/2014/main" val="1955942910"/>
                    </a:ext>
                  </a:extLst>
                </a:gridCol>
                <a:gridCol w="3402074">
                  <a:extLst>
                    <a:ext uri="{9D8B030D-6E8A-4147-A177-3AD203B41FA5}">
                      <a16:colId xmlns:a16="http://schemas.microsoft.com/office/drawing/2014/main" val="1329467547"/>
                    </a:ext>
                  </a:extLst>
                </a:gridCol>
              </a:tblGrid>
              <a:tr h="462116">
                <a:tc>
                  <a:txBody>
                    <a:bodyPr/>
                    <a:lstStyle/>
                    <a:p>
                      <a:pPr fontAlgn="b">
                        <a:lnSpc>
                          <a:spcPts val="1200"/>
                        </a:lnSpc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lnSpc>
                          <a:spcPts val="1200"/>
                        </a:lnSpc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Research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lnSpc>
                          <a:spcPts val="1200"/>
                        </a:lnSpc>
                      </a:pPr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69145"/>
                  </a:ext>
                </a:extLst>
              </a:tr>
              <a:tr h="661063">
                <a:tc>
                  <a:txBody>
                    <a:bodyPr/>
                    <a:lstStyle/>
                    <a:p>
                      <a:pPr fontAlgn="base"/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 Tools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like Excel, Tableau etc. provide various charts &amp; graphs.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These tools are complex &amp; not beginner friendly.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28864"/>
                  </a:ext>
                </a:extLst>
              </a:tr>
              <a:tr h="944375">
                <a:tc>
                  <a:txBody>
                    <a:bodyPr/>
                    <a:lstStyle/>
                    <a:p>
                      <a:pPr fontAlgn="base"/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Exploratory Data Analysis (EDA)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EDA Techniques help in understanding data patterns &amp; distributions.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selection of graphs requires technical knowledge.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167584"/>
                  </a:ext>
                </a:extLst>
              </a:tr>
              <a:tr h="661063">
                <a:tc>
                  <a:txBody>
                    <a:bodyPr/>
                    <a:lstStyle/>
                    <a:p>
                      <a:pPr fontAlgn="base"/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in Visualization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tools offer limited automatic visualization features.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fully automated &amp; simple visualization systems.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81670"/>
                  </a:ext>
                </a:extLst>
              </a:tr>
              <a:tr h="802719">
                <a:tc>
                  <a:txBody>
                    <a:bodyPr/>
                    <a:lstStyle/>
                    <a:p>
                      <a:pPr fontAlgn="base"/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B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platforms use dashboards with multiple options.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minimal &amp; student-friendly interface for easy understanding.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00452"/>
                  </a:ext>
                </a:extLst>
              </a:tr>
              <a:tr h="802719">
                <a:tc>
                  <a:txBody>
                    <a:bodyPr/>
                    <a:lstStyle/>
                    <a:p>
                      <a:pPr fontAlgn="base"/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Educational Use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 is used in teaching data analysis concept.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B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are not designed specifically for students &amp; teachers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B="182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0364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1568"/>
            <a:ext cx="109728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255" y="1760652"/>
            <a:ext cx="10657490" cy="468930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Frameworks:</a:t>
            </a:r>
          </a:p>
          <a:p>
            <a:pPr marL="0" indent="0" algn="just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indent="0" algn="just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/ Visualization: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Tkinter ( Python GUI Library)</a:t>
            </a:r>
          </a:p>
          <a:p>
            <a:pPr marL="0" indent="0" algn="just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NumPy, Pandas, Matplotlib, Seaborn</a:t>
            </a:r>
          </a:p>
          <a:p>
            <a:pPr marL="0" indent="0" algn="just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Methodology: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load the dataset uploaded by the user.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 and handle missing values.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 numeric, categorical, and date columns.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appropriate visualization types based on data characteristics.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graphs using Matplotlib and Seaborn.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graphs in a user-friendly popup window.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switch between different plot types interactively.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776D2-4CDB-44E5-AE1C-B215D007B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18" b="46419" l="9961" r="89844">
                        <a14:foregroundMark x1="34473" y1="8073" x2="50781" y2="7357"/>
                        <a14:foregroundMark x1="31250" y1="3646" x2="63867" y2="5208"/>
                        <a14:foregroundMark x1="70117" y1="3385" x2="26758" y2="2148"/>
                        <a14:foregroundMark x1="67285" y1="44076" x2="38086" y2="43945"/>
                        <a14:foregroundMark x1="62891" y1="15560" x2="40918" y2="14388"/>
                        <a14:foregroundMark x1="59863" y1="18294" x2="31641" y2="18164"/>
                        <a14:foregroundMark x1="58008" y1="13737" x2="50586" y2="13607"/>
                        <a14:foregroundMark x1="67090" y1="46419" x2="32813" y2="45964"/>
                        <a14:foregroundMark x1="47949" y1="11263" x2="47949" y2="11263"/>
                        <a14:foregroundMark x1="48438" y1="11068" x2="48145" y2="11589"/>
                        <a14:backgroundMark x1="48242" y1="47331" x2="48242" y2="47786"/>
                      </a14:backgroundRemoval>
                    </a14:imgEffect>
                  </a14:imgLayer>
                </a14:imgProps>
              </a:ext>
            </a:extLst>
          </a:blip>
          <a:srcRect b="51792"/>
          <a:stretch>
            <a:fillRect/>
          </a:stretch>
        </p:blipFill>
        <p:spPr>
          <a:xfrm>
            <a:off x="357352" y="1872718"/>
            <a:ext cx="6243897" cy="4515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FA4F6F-E590-350C-12E0-FD51D105A8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766" b="91341" l="9961" r="89844">
                        <a14:foregroundMark x1="52832" y1="51172" x2="37109" y2="49349"/>
                        <a14:foregroundMark x1="37109" y1="49349" x2="64160" y2="51042"/>
                        <a14:foregroundMark x1="48438" y1="62435" x2="48438" y2="62760"/>
                        <a14:foregroundMark x1="48340" y1="72461" x2="48340" y2="73047"/>
                        <a14:foregroundMark x1="55469" y1="74544" x2="43262" y2="75846"/>
                        <a14:foregroundMark x1="56738" y1="78841" x2="31445" y2="78451"/>
                        <a14:foregroundMark x1="49023" y1="75586" x2="39063" y2="74870"/>
                        <a14:foregroundMark x1="57617" y1="86133" x2="39844" y2="86654"/>
                        <a14:foregroundMark x1="56836" y1="91536" x2="35156" y2="91536"/>
                        <a14:foregroundMark x1="57910" y1="67122" x2="35938" y2="63932"/>
                        <a14:foregroundMark x1="61816" y1="42383" x2="34668" y2="39648"/>
                        <a14:foregroundMark x1="55469" y1="37370" x2="38672" y2="37435"/>
                        <a14:foregroundMark x1="38672" y1="37435" x2="38672" y2="37435"/>
                        <a14:foregroundMark x1="48438" y1="34766" x2="48340" y2="35872"/>
                        <a14:backgroundMark x1="48535" y1="48242" x2="48242" y2="48242"/>
                      </a14:backgroundRemoval>
                    </a14:imgEffect>
                  </a14:imgLayer>
                </a14:imgProps>
              </a:ext>
            </a:extLst>
          </a:blip>
          <a:srcRect t="47772" b="6463"/>
          <a:stretch>
            <a:fillRect/>
          </a:stretch>
        </p:blipFill>
        <p:spPr>
          <a:xfrm>
            <a:off x="5614929" y="1828117"/>
            <a:ext cx="6577071" cy="451508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C61C3D-6D6B-69E0-034C-28470D25BAE4}"/>
              </a:ext>
            </a:extLst>
          </p:cNvPr>
          <p:cNvCxnSpPr>
            <a:cxnSpLocks/>
          </p:cNvCxnSpPr>
          <p:nvPr/>
        </p:nvCxnSpPr>
        <p:spPr>
          <a:xfrm>
            <a:off x="4814488" y="5683045"/>
            <a:ext cx="111387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350E7-3846-946E-D854-F89488C1FAB0}"/>
              </a:ext>
            </a:extLst>
          </p:cNvPr>
          <p:cNvCxnSpPr>
            <a:cxnSpLocks/>
          </p:cNvCxnSpPr>
          <p:nvPr/>
        </p:nvCxnSpPr>
        <p:spPr>
          <a:xfrm flipV="1">
            <a:off x="5889522" y="2631440"/>
            <a:ext cx="0" cy="3051605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8CCDF0-52FB-D0EA-4509-7369F00788C3}"/>
              </a:ext>
            </a:extLst>
          </p:cNvPr>
          <p:cNvCxnSpPr>
            <a:cxnSpLocks/>
          </p:cNvCxnSpPr>
          <p:nvPr/>
        </p:nvCxnSpPr>
        <p:spPr>
          <a:xfrm>
            <a:off x="5869940" y="2631440"/>
            <a:ext cx="1384300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3F76-CE95-FA97-7C98-39A6B8AC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2769-C769-776B-C260-E89144AD7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640" y="2573020"/>
            <a:ext cx="7792720" cy="17119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&amp; Dataset Handling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Automated Visualization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Plot Display &amp; Configuration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F3D98-1C7A-E049-75CE-B6AC51354A7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125" y="176981"/>
            <a:ext cx="1008991" cy="112858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25E975-C4C8-9483-FA55-4BB4EE9EEBB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191626"/>
            <a:ext cx="1287687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821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DF2B-2D0E-DDD4-E19B-4FE17A47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117" y="176981"/>
            <a:ext cx="9464058" cy="112858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Interface &amp; Dataset Handling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59C7-5958-487E-08A9-40A55BFD0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1732599"/>
            <a:ext cx="10779760" cy="4271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and user-friendly interface that allows users to upload datasets and interact with the visualization system.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Tkinter-based graphical user interface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file upload functionality for CSV datasets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load the dataset using Pandas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Tkinter GUI components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and input validation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for data loading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F8EF6-CB6A-CDD3-4E72-E3F27AC40F0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125" y="176981"/>
            <a:ext cx="1008991" cy="112858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CB920B-472B-30B7-4B81-3094E111C2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191626"/>
            <a:ext cx="1287687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911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AA6E-31D5-7D0A-60B3-957CF806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324" y="414407"/>
            <a:ext cx="9631352" cy="89732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Analysis &amp; Automated Visualization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6800" y="1767801"/>
            <a:ext cx="10778400" cy="4273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uploaded dataset and automatically select suitable visualizations for exploratory data analysis.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numeric, categorical, and date/time columns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rule-based logic to select appropriate plot types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default visualizations based on data characteristics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detection using Pandas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decision logic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for plot generation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324" y="292720"/>
            <a:ext cx="1008000" cy="1130400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471" y="191626"/>
            <a:ext cx="1288800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7920-6D4E-F6C1-187B-477EEEAF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3" y="291568"/>
            <a:ext cx="109728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Interactive Plot Display &amp; Configuration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945D-7AF5-F133-623D-76F172642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00" y="1760074"/>
            <a:ext cx="10778400" cy="4309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visualizations clearly and allow users to switch between different plot types for better data understanding.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Details: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graphs in a popup window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dropdown menu for selecting different plot types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plots dynamically based on user selection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Tkinter popup windows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canvas integration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plot updates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06D7C-3412-D290-8C48-1C582EFB9D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365E1-B3BD-4786-35E3-BC57C5343E8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26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624C2F-69DD-5D1C-9BF5-087DAD78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3" y="291568"/>
            <a:ext cx="109728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47338-8639-C69C-54CC-0860F29FBD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85976-33C8-A2D8-D758-D20AFCDDC48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830A4D-1BA0-3B83-98F7-8B128E425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78" y="2618859"/>
            <a:ext cx="3644690" cy="23711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C16CA0-6D3C-FEE9-BB70-468D79ED1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520" y="2076122"/>
            <a:ext cx="6522293" cy="345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9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C43B0C-9BC1-5891-3402-F45C5E69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3" y="291568"/>
            <a:ext cx="109728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0B3A0-23FE-4C85-412C-5E417693ABD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655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BB63E-FDB5-1CDA-D439-929CB3589E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482118-2CED-4149-26EA-A55F9D1CC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13" y="1768919"/>
            <a:ext cx="4435669" cy="4286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B15C8D-EBC4-D59B-77AB-9E74278F4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138" y="1946225"/>
            <a:ext cx="5606761" cy="393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13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327" y="1546402"/>
            <a:ext cx="11559345" cy="523031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Data: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understand the data patterns, trends &amp; distributions through automatically generated visualizations.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 Friendly Visualization System: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 interface allows users to perform EDA without prior technical knowledge.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Graph Selection: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selects best plots based on the data type, reducing manual effort &amp; confusion.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 Experience: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switch between different plot types dynamically, helping them analyze the data from multiple perspectives.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Learning Tool: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supports learning by visually demonstrating how different graphs represents the same data.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725" y="1683213"/>
            <a:ext cx="9783555" cy="4983161"/>
          </a:xfrm>
        </p:spPr>
        <p:txBody>
          <a:bodyPr>
            <a:normAutofit fontScale="32500" lnSpcReduction="20000"/>
          </a:bodyPr>
          <a:lstStyle/>
          <a:p>
            <a:pPr algn="l">
              <a:lnSpc>
                <a:spcPct val="17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7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74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45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selecting the most appropriate visualization for different data types is complex.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45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noisy, incomplete, or unstructured datasets affects visualization accuracy.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45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fast processing for large datasets can be challenging on limited hardware.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45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 user-friendly interface that works for non-technical users requires careful planning.</a:t>
            </a:r>
            <a:endParaRPr lang="en-US" sz="45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lnSpc>
                <a:spcPct val="170000"/>
              </a:lnSpc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structured datasets such as CSV files.</a:t>
            </a:r>
          </a:p>
          <a:p>
            <a:pPr>
              <a:lnSpc>
                <a:spcPct val="170000"/>
              </a:lnSpc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visualization selection may not always produce optimal results.</a:t>
            </a:r>
          </a:p>
          <a:p>
            <a:pPr>
              <a:lnSpc>
                <a:spcPct val="170000"/>
              </a:lnSpc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may degrade with very large datasets.</a:t>
            </a:r>
          </a:p>
          <a:p>
            <a:pPr>
              <a:lnSpc>
                <a:spcPct val="170000"/>
              </a:lnSpc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customization options. </a:t>
            </a:r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170000"/>
              </a:lnSpc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F5D2F7-3557-12C8-923D-3E1E68A1F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622603"/>
            <a:ext cx="11267440" cy="4831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Based Visualisation Selection: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Machine Learning models to intelligently recommend more accurate &amp; insightful visualizations based on data patterns.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Data Formats: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to Excel, JSON &amp; database connections for broader usability.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Visualizations: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interactive charts with zooming, filtering &amp; tooltips for deeper exploration.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Learning Platforms: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system with guided insights &amp; explanations to help students understand data trends easily.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379" y="1617522"/>
            <a:ext cx="10689021" cy="53319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user-friendly Automated Data Visualization system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users to upload datasets &amp; automatically generate suitable visualizations.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Python libraries like Pandas, NumPy, matplotlib &amp; Seaborn for data processing &amp;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simplicity &amp; usability for users.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visualization helps users quickly understand data patterns and trends.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for manual chart selection and technical expertise.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in exploratory data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strong potential for future enhancements using AI and interactivity.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5801644-8A56-FE1B-F899-27BFBC1B1C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8409" y="1897749"/>
            <a:ext cx="1077518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Jun-Peng Zhu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Towards Automated Cross-domain Exploratory Data Analysis through Large Language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describes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automated EDA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SQL, LLMs, and visualization generation, addressing large real-world data exploration challenges.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Tova Milo &amp; Amit Somech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Automating Exploratory Data Analysis via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SIGMOD ’20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overview of techniques for automating EDA, including recommender systems and machine learning for generating visual patterns.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Dylan Wootton, Amy Rae Fox, Evan Peck, Arvind Satyanarayan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Charting EDA: Characterizing Interactive Visualization Use in Computational Notebooks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 (2024)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formalizes how dynamic visualizations impact exploratory analysis workflows, relevant for tool design.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Sayan Putatunda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SmartEDA: An R Package for Automated Exploratory Data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 (2019)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introduces an automated EDA package that generates summaries &amp; visual insights, showing applied automation techniques.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Cagatay Demiralp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Foresight: Rapid Data Exploration Through Guideposts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 (2017)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visualization recommender system for EDA that suggests key visual representations to users automatically.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9E7945-5C65-B4FC-E55C-77382147142A}"/>
              </a:ext>
            </a:extLst>
          </p:cNvPr>
          <p:cNvSpPr txBox="1"/>
          <p:nvPr/>
        </p:nvSpPr>
        <p:spPr>
          <a:xfrm>
            <a:off x="4048432" y="2922155"/>
            <a:ext cx="40951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48736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1294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 Design &amp; Implementation of an Automated Data Visualization System for Exploratory Data Analysis</vt:lpstr>
      <vt:lpstr>Introduction</vt:lpstr>
      <vt:lpstr>Objectives</vt:lpstr>
      <vt:lpstr>Literature Review / Background</vt:lpstr>
      <vt:lpstr>Methodology</vt:lpstr>
      <vt:lpstr>Block Diagram</vt:lpstr>
      <vt:lpstr>List of Modules</vt:lpstr>
      <vt:lpstr>Module 1: User Interface &amp; Dataset Handling</vt:lpstr>
      <vt:lpstr>Module 2: Data Analysis &amp; Automated Visualization</vt:lpstr>
      <vt:lpstr>Module 3: Interactive Plot Display &amp; Configuration</vt:lpstr>
      <vt:lpstr>Output</vt:lpstr>
      <vt:lpstr>Trend Analysis</vt:lpstr>
      <vt:lpstr>Results &amp; Discussion</vt:lpstr>
      <vt:lpstr>Challenges &amp; Limitations</vt:lpstr>
      <vt:lpstr>Future Scope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SAI SANDEEP</cp:lastModifiedBy>
  <cp:revision>21</cp:revision>
  <dcterms:created xsi:type="dcterms:W3CDTF">2013-01-27T09:14:16Z</dcterms:created>
  <dcterms:modified xsi:type="dcterms:W3CDTF">2026-02-03T02:47:20Z</dcterms:modified>
  <cp:category/>
</cp:coreProperties>
</file>